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2" r:id="rId4"/>
    <p:sldId id="260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62"/>
    <p:restoredTop sz="88060"/>
  </p:normalViewPr>
  <p:slideViewPr>
    <p:cSldViewPr snapToGrid="0">
      <p:cViewPr varScale="1">
        <p:scale>
          <a:sx n="73" d="100"/>
          <a:sy n="73" d="100"/>
        </p:scale>
        <p:origin x="192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201AA-905D-174F-8CBD-342C010184EA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B62BF-7467-4742-AE2A-2ADAAF82C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8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B62BF-7467-4742-AE2A-2ADAAF82C0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89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ways to allocate monitoring (review and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B62BF-7467-4742-AE2A-2ADAAF82C0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97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647D-4564-62AD-DCE0-05E2711B5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1C827-91B2-91D7-C664-CFE8444A4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DF7E0-35FC-4F3F-0D02-74418352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2AC62-9785-41D0-5D5D-5C67C28F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B9B47-FF16-5E0E-ECCC-D4367B78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19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8F7E-4FD8-7E47-2999-F6A49C4E2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7132E-31B3-8E6A-4604-C73E2B44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90C2-336C-B66C-7B43-B81C77C4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92D7-FCC8-EC7E-AA84-68385E8C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14249-5001-93A6-47F8-7BBCFFBC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8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B577-DBE2-381F-122F-33379365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05A72-6360-3AF9-66F5-DA6FC590C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29DE0-1EAF-5978-792F-75BBA630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6638D-C6D7-75D0-4B29-1EE81BF0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CF064-677F-D19F-BC25-39079D84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B976-A210-611B-ACA4-BB23C910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09BB7-65AE-A199-FE8D-2C4BFB1E1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27BF4-1AEE-8D27-D644-9B4945407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BB784-4428-AE84-B431-A58EEE6E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A3764-F1B7-3A8F-CBBF-83F21CF8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FFB86-1C88-F72D-A7FA-237AB41F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33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528B-6D87-FDC0-0BD6-6E1B9F20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780FC-92AA-C8EB-E89C-819712BB0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58E27-BC70-0087-8757-CA6346998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DCB12-6359-948D-9B32-F21B46260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FECB7-EE33-59D4-6223-8D46596CAA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0A08E-0DF0-BAD7-1E7D-340FD2A1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96D4A4-5F84-E769-F7A8-78B39B6A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551C4-8E18-72C4-9BE0-3D9C1B91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8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C0D9-808A-C58B-DB27-F5ACDE69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70759-00FA-E233-DE83-3AC7B157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46ECA-BA79-0857-EC21-DF9D52F2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7B2B5-2F68-4EB8-D0ED-DF486548B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6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CF203-3B40-B66D-F6A1-6DE34CD7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13471C-2D84-D467-3064-CBFA6A06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B83FA-0DA9-0E54-7EFB-0E1D2751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43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AFB6-AE21-3D3D-B366-508FFC3C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28E7-6F60-992E-1EF3-FDAE0C31A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CE988-C110-D294-F477-82542FAA8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625FE-DC29-DFF8-F3BC-A2F77564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F0DA3-2A59-BD4B-171E-A4A0BDA6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35105-3563-D0AC-8F36-EC6887D4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94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4802-2CCE-E89A-C919-39E178A3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1314E-BC1C-C6F4-E7DA-888C7C9CF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495B4-A417-AEEE-9C68-4944DF3EC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487A8-07F3-9B74-AC34-BB86E075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F4E5A-CAC5-D979-BE26-F75FCB61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F0984-20C4-AAB2-0570-CA03F754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38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DB97-5475-9231-6872-2C93FF84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114FF-E1CD-35BF-88F6-22806288F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FF4B-ECF3-D205-076C-38DD7AE6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33F26-B9AD-5380-2592-8E65DC85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ABBD3-613B-938C-B85A-80DA06E2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3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92B7E-C944-77E6-321E-151A0B4FE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A20CA-8F17-D80F-D533-75641A3A9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C5E7E-F38C-19E9-91FB-6CDC31CB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FD13C-DC3E-9A44-8B0B-919604A1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D00C0-D5DF-8BA1-0316-ED37EFAB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4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63A61-620B-A47A-5FA9-752FB9CC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1CA2D-BC8D-54F4-04CF-96B33DD88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2AB3E-3841-4FBD-DBA9-CE32C6B20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D36E6-FFEA-7B41-8551-A90E901D4D6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3DCC5-914F-0153-D92E-C3E73C267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1BA4D-5C1E-B381-03CF-420A95D88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A052E-8CB1-4545-8182-5CF3A1762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AF2B1F-9BC1-B9E6-C1F4-CDF4F490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77" b="31166"/>
          <a:stretch>
            <a:fillRect/>
          </a:stretch>
        </p:blipFill>
        <p:spPr>
          <a:xfrm>
            <a:off x="2233415" y="0"/>
            <a:ext cx="7315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4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9D13-B450-D845-1545-2232B1EDF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fishery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6CE76-D820-7B26-5C73-E25D110A3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years of fishing for 50 vessels</a:t>
            </a:r>
          </a:p>
          <a:p>
            <a:r>
              <a:rPr lang="en-US" dirty="0"/>
              <a:t>Sets -&gt; Trips -&gt; Vessels</a:t>
            </a:r>
          </a:p>
          <a:p>
            <a:r>
              <a:rPr lang="en-US" dirty="0"/>
              <a:t>Trips per vessel per year and sets per trip varied</a:t>
            </a:r>
          </a:p>
          <a:p>
            <a:r>
              <a:rPr lang="en-US" dirty="0"/>
              <a:t>Catch on a set varied by:</a:t>
            </a:r>
          </a:p>
          <a:p>
            <a:pPr lvl="1"/>
            <a:r>
              <a:rPr lang="en-US" dirty="0"/>
              <a:t>Vessels</a:t>
            </a:r>
          </a:p>
          <a:p>
            <a:pPr lvl="1"/>
            <a:r>
              <a:rPr lang="en-US" dirty="0"/>
              <a:t>Trips</a:t>
            </a:r>
          </a:p>
          <a:p>
            <a:pPr lvl="1"/>
            <a:r>
              <a:rPr lang="en-US" dirty="0"/>
              <a:t>Sets</a:t>
            </a:r>
          </a:p>
          <a:p>
            <a:r>
              <a:rPr lang="en-US" dirty="0"/>
              <a:t>5 types of catch event</a:t>
            </a:r>
          </a:p>
          <a:p>
            <a:r>
              <a:rPr lang="en-US" dirty="0"/>
              <a:t>Repeated 1000 times to capture variability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560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ED9E-179A-8FCA-5530-1EE4E8B66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A6309D-B187-C524-6770-90CE5116B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77" b="31166"/>
          <a:stretch>
            <a:fillRect/>
          </a:stretch>
        </p:blipFill>
        <p:spPr>
          <a:xfrm>
            <a:off x="4297742" y="-152400"/>
            <a:ext cx="7315535" cy="68580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A23C6D8-4A05-3BAC-0203-A02CF733AA1D}"/>
              </a:ext>
            </a:extLst>
          </p:cNvPr>
          <p:cNvSpPr txBox="1">
            <a:spLocks/>
          </p:cNvSpPr>
          <p:nvPr/>
        </p:nvSpPr>
        <p:spPr>
          <a:xfrm>
            <a:off x="287777" y="796130"/>
            <a:ext cx="4353496" cy="5701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 ways to allocate monitoring coverage</a:t>
            </a:r>
          </a:p>
          <a:p>
            <a:pPr algn="l"/>
            <a:r>
              <a:rPr lang="en-US" dirty="0"/>
              <a:t>By sets, at random (20%/100%)</a:t>
            </a:r>
          </a:p>
          <a:p>
            <a:pPr algn="l"/>
            <a:r>
              <a:rPr lang="en-US" dirty="0"/>
              <a:t>By vessels, either at random or biased to low catch vessels (20%/20%)</a:t>
            </a:r>
          </a:p>
          <a:p>
            <a:pPr algn="l"/>
            <a:r>
              <a:rPr lang="en-US" dirty="0"/>
              <a:t>By trips, either at random or biased to low catch trips (20%/75%)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20% review was always at random</a:t>
            </a:r>
          </a:p>
          <a:p>
            <a:pPr lvl="1"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29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CB50-8A88-E899-A090-7767EC8C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8DC0BA3-32ED-B9FE-24AC-9D36C1C29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63500"/>
            <a:ext cx="5981700" cy="673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07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0A625-1341-30CB-9A32-5D0F72D44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E8DBCC9-13D3-0EFB-7D92-071B22BD8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5" y="0"/>
            <a:ext cx="6088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942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B80E8-EC82-9D76-51D0-10F954BF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B8C56C7-57B2-C1A0-B79B-D7A0ACC5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5" y="0"/>
            <a:ext cx="6088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91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2000-4755-13EF-878B-78500B026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3A82EFD7-3D54-0E0D-A661-00FDB962C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5" y="0"/>
            <a:ext cx="6088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631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112</Words>
  <Application>Microsoft Macintosh PowerPoint</Application>
  <PresentationFormat>Widescreen</PresentationFormat>
  <Paragraphs>19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Simulated fishery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Brown</dc:creator>
  <cp:lastModifiedBy>Christopher Brown</cp:lastModifiedBy>
  <cp:revision>6</cp:revision>
  <dcterms:created xsi:type="dcterms:W3CDTF">2025-09-03T05:37:39Z</dcterms:created>
  <dcterms:modified xsi:type="dcterms:W3CDTF">2025-09-03T20:42:37Z</dcterms:modified>
</cp:coreProperties>
</file>